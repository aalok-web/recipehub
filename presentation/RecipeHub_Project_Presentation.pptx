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554480"/>
            <a:ext cx="3840480" cy="3657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JAVA WEB BASED PROJECT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RecipeHub</a:t>
            </a:r>
          </a:p>
          <a:p>
            <a:pPr>
              <a:defRPr sz="2600">
                <a:solidFill>
                  <a:srgbClr val="38BDF8"/>
                </a:solidFill>
              </a:defRPr>
            </a:pPr>
            <a:r>
              <a:t>Online Recipe Sharing System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 Full-Stack MVC Web Application Built with Jakarta Servlets, JSP &amp; MySQL JDBC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114800"/>
            <a:ext cx="960120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Submitted by: Aalok Kumar   |   GitHub: https://github.com/Aalok-web/RecipeHub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Evaluated under: Java Web Based Projects Marking Rubric (33 Marks Total)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RUBRIC COMPONENT 1: 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Problem Understanding &amp; Solution Design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Formulating culinary community challenges into a decoupled enterprise software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The Real-World Problem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Traditional recipe sharing is fragmented across blogs, chat groups, and physical notebooks.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Users lack structured searchability by meal categories (Breakfast, Lunch, Dinner, Dessert).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Inability to easily bookmark, curate, and edit personalized culinary collections in one secure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Proposed Solution &amp; Objectives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RecipeHub delivers a centralized, responsive web platform for culinary enthusiasts.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Enables seamless CRUD (Create, Read, Update, Delete) for recipes with ingredient &amp; instruction breakdowns.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Role-based authentication (Admin vs. Standard User) with password management.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Dynamic social bookmarking via a 1-click Favorites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Architectural Principles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Strict Model-View-Controller (MVC) separation of concerns.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Thin controller architecture using modular Jakarta Servlets (@WebServlet).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Dynamic view templates using JSP, JSTL 3.0, and Expression Language (EL).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Encapsulated Data Access Object (DAO) pattern isolating SQL operations from business controllers.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RUBRIC COMPONENT 1: 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3-Tier MVC System Architecture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Decoupled web architecture ensuring high modularity, testability, and maintainability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RUBRIC COMPONENT 2: 10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Core Java Concepts — OOP Principles &amp; DAO Pattern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Leveraging Inheritance, Abstraction, Polymorphism, and Encapsulation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op_stru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RUBRIC COMPONENT 2: 10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Collections, Generics &amp; Exception Handling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Type safety, memory efficiency, and robust resource management in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Collections &amp; Generics (Type Safety)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Type-Safe Generic Collections: Extensive utilization of java.util.List&lt;Recipe&gt; and ArrayList&lt;Recipe&gt; across DAO and Servlet layers.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Compile-Time Verification: Completely eliminates legacy raw types and suppresses runtime ClassCastException risks.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Dynamic Data Transfer: Recipe lists dynamically passed via request.setAttribute("recipes", recipes) and processed in JSTL loops.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Efficient Memory Allocation: ArrayList provides fast O(1) indexed random access for gallery and category browsing.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Robust Exception Handling &amp; Safety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Automatic Resource Management: Strict implementation of try-with-resources across all database calls.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Connection Leak Prevention: Guarantees deterministic closure of Connection, PreparedStatement, and ResultSet objects even upon SQL errors.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Checked Exception Strategy: Gracefully handles SQLException and ClassNotFoundException with proper error logging (e.printStackTrace()).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Safe User Fallback: Controller redirects users gracefully with feedback flags rather than exposing stack traces.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RUBRIC COMPONENT 3: 8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Database Integration &amp; JDBC Architecture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Normalized relational database design, PreparedStatement security, and CRUD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286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RUBRIC COMPONENT 4: 7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Servlets &amp; Web Integration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Annotation-based routing, HTTP request lifecycle, session control, and view rendering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7316"/>
                </a:solidFill>
              </a:defRPr>
            </a:pPr>
            <a:r>
              <a:t>Annotation Routing (@WebServlet)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Modern Jakarta Servlet 6.0 annotations eliminating verbose XML boilerplate.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14 Specialized Servlets: Dedicated handlers for /login, /register, /recipes, /add-recipe, /edit-recipe, /favorite, /profile, etc.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Clear RESTful Verb Separation: doGet() handles data fetching; doPost() processes mutations.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Session &amp; State Management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HttpSession Tracking: Maintains authenticated session credentials across pages.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Access Protection: Checks session user attributes before allowing recipe modifications or bookmarking.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Secure Termination: /logout servlet calls session.invalidate() to eliminate session hijacking.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Dynamic Presentation (JSP &amp; JSTL)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Request Forwarding: Servlets forward models via RequestDispatcher.forward(request, response).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Post-Redirect-Get (PRG): response.sendRedirect() prevents accidental duplicate form submissions.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JSTL &amp; EL: Uses &lt;c:forEach&gt;, &lt;c:if&gt;, and ${recipe.title} to render clean, logic-free HTML templates.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SYSTEM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RecipeHub Feature Modules &amp; User Journey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End-to-end functionality supporting everyday culinary sharing and community exploration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🔐 Authentication &amp; Profiles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Registration &amp; Login with validation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Role-based identification (User / Admin)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Profile view &amp; Change Password flow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Forgot Password recovery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🍲 Recipe Management (CRUD)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Add Recipe with title, description, image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Structured ingredients &amp; instruction lists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Cooking time duration tracker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Edit &amp; Delete recipes owned by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🏷️ Categorization &amp; Search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Dynamic category grouping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Breakfast, Lunch, Dinner, Dessert filters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SQL-driven parameterized filtering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Detailed single-recipe showcase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⭐ Favorites &amp; Bookmarking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One-click recipe bookmarking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Dedicated My Favorites dashboard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SQL JOIN queries linking users &amp; recipes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• Duplicate favorite protection (UNIQUE KEY)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SOFTWARE ENGINEERING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Code Quality &amp; Coding Standards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Adherence to clean code, modular architecture, and industry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Modular Directory Architecture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com.recipehub.model: Clean POJO JavaBeans encapsulating business state.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com.recipehub.dao: Abstract interfaces &amp; JDBC implementations isolating persistence.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com.recipehub.servlet: Controller endpoints managing request/response cycles.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com.recipehub.util: Shared utilities for database connection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Strict Separation of Concerns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Zero SQL in Servlets: Servlets only invoke DAO methods, keeping controllers lightweight.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Zero Business Logic in JSPs: Views solely present transferred request attributes.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Clean Dependency Injection: Servlets depend on DAO interfaces rather than concrete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7316"/>
                </a:solidFill>
              </a:defRPr>
            </a:pPr>
            <a:r>
              <a:t>Documentation &amp; Readability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Javadoc Comments: Detailed class-level and method-level documentation across all source files.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Standard Naming Conventions: CamelCase classes, meaningful method and variable identifiers.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Parameterized SQL: Zero string concatenation in database statements, eliminating injection attacks.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RUBRIC EVALUATION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Academic Marking Rubric Compliance Matrix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Direct mapping of project deliverables to the official 33-mark Java Web rubric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5303520"/>
                <a:gridCol w="2041855"/>
              </a:tblGrid>
              <a:tr h="9326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Rubric Criteria</a:t>
                      </a:r>
                    </a:p>
                  </a:txBody>
                  <a:tcPr anchor="ctr"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Marks</a:t>
                      </a:r>
                    </a:p>
                  </a:txBody>
                  <a:tcPr anchor="ctr"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Implementation Highlights &amp; Proof Points</a:t>
                      </a:r>
                    </a:p>
                  </a:txBody>
                  <a:tcPr anchor="ctr"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Key Source Files</a:t>
                      </a:r>
                    </a:p>
                  </a:txBody>
                  <a:tcPr anchor="ctr">
                    <a:solidFill>
                      <a:srgbClr val="F97316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Problem Understanding &amp; Solution Design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Full 3-Tier Enterprise MVC architecture; clear user requirements formulation; separated presentation, controller, business, and persistence layers; comprehensive ER and workflow models.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README.md, architecture_diagram.png, er_diagram.png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Core Java Concepts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Inheritance (Admin extends User); Abstraction &amp; Polymorphism (RecipeDAO, UserDAO interfaces); Encapsulation (JavaBeans); Type-safe Generics (List&lt;Recipe&gt;); Robust Exception Handling &amp; try-with-resources.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Admin.java, User.java, RecipeDAO.java, RecipeDAOImpl.java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Database Integration (JDBC)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MySQL recipe_db with users, recipes, favorites; JDBC driver loading via DBConnection; PreparedStatement SQL injection protection; Full CRUD operations; Multi-table JOIN queries.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DBConnection.java, schema.sql, RecipeDAOImpl.java, FavoriteDAO.java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Servlets &amp; Web Integration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14 modern @WebServlet endpoints; HTTP GET/POST handling; Session control via HttpSession and secure invalidation; RequestDispatcher.forward() and PRG pattern; JSTL 3.0 dynamic view rendering.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RecipeServlet.java, LoginServlet.java, recipes.jsp, recipe-details.jsp</a:t>
                      </a:r>
                    </a:p>
                  </a:txBody>
                  <a:tcPr anchor="ctr"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CONCLUSION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Project Summary &amp; Submission Details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Everything required for project evaluation is ready and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📦 Submission Checklist &amp; Verification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Public GitHub Repository:</a:t>
            </a:r>
            <a:br/>
            <a:r>
              <a:t>   https://github.com/Aalok-web/RecipeHub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Presentation File Included:</a:t>
            </a:r>
            <a:br/>
            <a:r>
              <a:t>   RecipeHub_Project_Presentation.pptx (and PDF)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Clear README with setup instructions, prerequisites, ER diagrams, and endpoint listings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Ready-to-Run SQL Schema:</a:t>
            </a:r>
            <a:br/>
            <a:r>
              <a:t>   database/schema.sql with tables and sample seed records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Well-Commented, Clean Source Code adhering strictly to Java standards and MVC separation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⚡ Quick Execution Summary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1. Clone Repository:</a:t>
            </a:r>
            <a:br/>
            <a:r>
              <a:t>   git clone https://github.com/Aalok-web/RecipeHub.git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2. Database Setup:</a:t>
            </a:r>
            <a:br/>
            <a:r>
              <a:t>   mysql -u root -p &lt; database/schema.sql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3. Open in IntelliJ IDEA / Eclipse Enterprise:</a:t>
            </a:r>
            <a:br/>
            <a:r>
              <a:t>   Maven automatically resolves Jakarta &amp; MySQL dependencies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4. Deploy to Apache Tomcat 10.1+:</a:t>
            </a:r>
            <a:br/>
            <a:r>
              <a:t>   Context path: /RecipeHub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5. Launch Browser:</a:t>
            </a:r>
            <a:br/>
            <a:r>
              <a:t>   http://localhost:8080/RecipeHub/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